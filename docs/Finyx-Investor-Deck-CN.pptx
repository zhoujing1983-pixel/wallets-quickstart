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658368"/>
            <a:ext cx="10698480" cy="4983480"/>
          </a:xfrm>
          <a:prstGeom prst="roundRect">
            <a:avLst>
              <a:gd name="adj" fmla="val 1468"/>
            </a:avLst>
          </a:prstGeom>
          <a:solidFill>
            <a:srgbClr val="111827">
              <a:alpha val="98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" y="1216152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8FAFC"/>
                </a:solidFill>
              </a:rPr>
              <a:t>Finyx Wallet Studio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1051560" y="2011680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AE6FD"/>
                </a:solidFill>
              </a:rPr>
              <a:t>融资路演版（Investor Deck）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4983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2026-03-31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80467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我们在做什么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335024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一句话定位与价值主张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Finyx 是一个可品牌化的钱包与支付基础设施样板，可快速落地 Web3 金融体验。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核心价值：把“登录-持币-支付-客服 Agent”整合为一条可运营、可扩展的业务链路。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底层复用 Crossmint 能力，显著降低钱包、安全与支付集成成本。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当前工程已具备 MVP 级完整闭环，可用于 PoC、试点和早期商业化验证。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80467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市场痛点与机会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335024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Why now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钱包体验割裂：认证、资金入口、支付、客服通常分散在多个系统。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企业落地门槛高：合规与支付链路复杂，工程团队需要高投入。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AI 交互趋势明显：用户希望“对话即操作”，不是手动跳多页面。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机会点：将钱包基建与 Agent 能力融合，形成更高转化与更低运维成本。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80467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产品与功能现状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335024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已实现能力（代码可验证）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钱包与认证：Crossmint Auth + 钱包状态管理，支持标准与 email session 路径。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支付能力：Intent/Delegation/Receipt + 402 支付网关，支持“先付费后访问”。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Agent 能力：聊天、路由、工具调用、本地 RAG、SSE 流式输出。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增长与运营：邮件 OTP、异步队列、活动流水、用户信息与资产看板。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80467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Agent 能力详解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335024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可配置路由、执行、记忆与工具系统（详细页）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1248" y="1828800"/>
            <a:ext cx="10515600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3852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路由决策层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71800" y="192024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关键词规则 + simple-chat 规则 + workflow 判定，决定 direct/flight/return/rag 等链路。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41248" y="2560320"/>
            <a:ext cx="10515600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6700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运行时抽象层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71800" y="26517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`runtime/factory.ts` 统一接口，按 `AGENT_FRAMEWORK` 在 VoltAgent 与 LangChain 之间切换。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" y="3291840"/>
            <a:ext cx="10515600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40156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执行编排层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71800" y="338328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`route-service.ts` 负责 payload 构建、SSE 流式转发、结果格式化和失败兜底。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" y="4023360"/>
            <a:ext cx="10515600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13308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检索增强层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411480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本地 SQLite + sqlite-vec；支持 `local-rag` / `hybrid` / `voltagent` 模式切换。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1248" y="4754880"/>
            <a:ext cx="10515600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86460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工具扩展层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71800" y="48463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内置 weather-mcp、local-rag-tool、duffel-flight-tool；通过 MCP 标准可继续扩展。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1248" y="5486400"/>
            <a:ext cx="10515600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559612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会话与记忆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71800" y="557784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支持 userId/conversationId 透传，便于上下文连续、多轮会话与审计。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80467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技术护城河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335024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Why 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可插拔 runtime：VoltAgent / LangChain 双引擎，降低对单一框架依赖。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可插拔检索：本地向量库 + PageIndex MCP，可按成本和规模切换。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标准化接口：App Router + API 路由 + MCP 工具协议，便于生态扩展。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部署友好：dev/init/all/shutdown 脚本齐全，支持快速演示与环境复制。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80467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商业化路径（建议）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335024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从技术样板到营收产品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阶段 1：面向开发团队输出“钱包+支付+Agent”集成方案与实施服务。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阶段 2：产品化为托管平台，按 MAU、交易量、Agent 调用量分级计费。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阶段 3：沉淀行业模板（电商、游戏、跨境支付），提升复制效率。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阶段 4：引入合作渠道（支付、SaaS、交易平台）做联合获客。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80467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当前阶段与里程碑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335024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Execution readiness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已完成：MVP 技术闭环（Web、API、Agent、RAG、支付链路、邮件链路）。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下一里程碑：补齐测试、监控、审计与安全基线，进入小规模灰度。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商业里程碑：首批试点客户验证转化、留存、交易成功率三项关键指标。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融资用途：产品化、合规能力、销售拓展、核心团队扩充。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80467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风险与应对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335024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Execution risk control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1828800"/>
            <a:ext cx="1046988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828800"/>
            <a:ext cx="11887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385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安全与合规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1938528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收据/委托链路增强审计日志，生产禁用默认 secret。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2788920"/>
            <a:ext cx="1046988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788920"/>
            <a:ext cx="11887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8986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稳定性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2898648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为 agent 和 worker 增加健康检查、重试与告警闭环。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3749040"/>
            <a:ext cx="1046988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749040"/>
            <a:ext cx="118872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858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成本效率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3858768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根据请求规模动态选择 local-rag / hosted 模式降低推理成本。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4709160"/>
            <a:ext cx="1046988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709160"/>
            <a:ext cx="118872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8188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交付速度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26080" y="4818888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模板化行业解决方案，减少重复开发。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80467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融资需求（示例页，可按你目标改数）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335024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Fundraising ask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计划融资：可在该页替换为目标金额、估值区间与融资轮次。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资金分配建议：40% 产品研发，25% GTM，20% 合规与安全，15% 运营与客户成功。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18 个月目标：完成产品化、拿下标杆客户、验证可复制销售模型。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可在下一版替换为你真实财务模型（收入预测、现金流、CAC/LTV）。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80467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Thank You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335024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Finyx Wallet Studio · Investor Deck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172A"/>
                </a:solidFill>
              </a:rPr>
              <a:t>Q&amp;A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68680" y="5120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项目文件：docs/Finyx-Investor-Deck-CN.pptx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Finyx Wallet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Finyx Wallet Studio 融资路演版</dc:title>
  <dc:subject>Investor Pitch</dc:subject>
  <dc:creator>Codex</dc:creator>
  <cp:lastModifiedBy>Codex</cp:lastModifiedBy>
  <cp:revision>1</cp:revision>
  <dcterms:created xsi:type="dcterms:W3CDTF">2026-03-31T04:11:13Z</dcterms:created>
  <dcterms:modified xsi:type="dcterms:W3CDTF">2026-03-31T04:11:13Z</dcterms:modified>
</cp:coreProperties>
</file>