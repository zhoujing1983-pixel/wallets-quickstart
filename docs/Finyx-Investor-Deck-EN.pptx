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8368"/>
            <a:ext cx="10698480" cy="4983480"/>
          </a:xfrm>
          <a:prstGeom prst="roundRect">
            <a:avLst>
              <a:gd name="adj" fmla="val 1468"/>
            </a:avLst>
          </a:prstGeom>
          <a:solidFill>
            <a:srgbClr val="111827">
              <a:alpha val="98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" y="1216152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8FAFC"/>
                </a:solidFill>
              </a:rPr>
              <a:t>Finyx Wallet Studio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1051560" y="20116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E6FD"/>
                </a:solidFill>
              </a:rPr>
              <a:t>Investor Pitch Deck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4983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March 31,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What We Are Building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Positioning and value proposition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Finyx is a brandable wallet + payment + AI-agent stack for Web3 product teams.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Core value: unify login, balances, payments, and support workflows in one operating surface.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Built on Crossmint infrastructure to reduce wallet/security/payment integration overhead.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Current codebase already delivers an MVP-ready end-to-end flow for pilot deployments.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Problem and Timing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Why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Wallet experiences are fragmented across auth, funding, payments, and support systems.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Enterprise integration remains expensive due to security/compliance complexity.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User expectation is shifting toward conversational, AI-assisted operations.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Opportunity: combine wallet infrastructure with agent orchestration for higher conversion and lower ops cost.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Product Readiness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Capabilities already implemented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Wallet &amp; auth: Crossmint-powered login and session restoration paths.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Payments: Intent/Delegation/Receipt flow with HTTP 402 payment-gate behavior.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Agent system: routing, streaming chat, tool calls, and local RAG support.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Operational layer: email OTP, async queue worker, activity feeds, and user profile flows.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Detailed Agent Capabilities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Routing, orchestration, retrieval, tools, and session context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82880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3852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Routing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19202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Keyword routing + simple-chat rules + workflow decision to dispatch direct/flight/return/rag flows.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256032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7004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Runtime Abstraction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54680" y="26517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`runtime/factory.ts` exposes a single contract and switches between VoltAgent and LangChain.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29184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015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Execution Orchestration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3832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`route-service.ts` builds payloads, handles SSE streaming, formats outputs, and fallback behavior.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" y="402336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3308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Retrieval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41148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Local SQLite + sqlite-vec RAG index with switchable `local-rag` / `hybrid` / `voltagent` proxy modes.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" y="475488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86460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Tool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54680" y="48463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Built-in weather-mcp, local-rag-tool, and duffel-flight-tool; extensible via MCP-compatible tools.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5486400"/>
            <a:ext cx="10515600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59612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Session &amp; Memory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54680" y="55778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Supports userId/conversationId propagation for multi-turn continuity and better observability.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Technical Moats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Why this architecture can 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Runtime portability: VoltAgent and LangChain supported behind one runtime contract.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Retrieval portability: local sqlite-vec and MCP-based backends can be switched by config.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Integration standards: App Router APIs + MCP tool protocol for extensibility.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Deployment readiness: full dev/init/all/shutdown scripts for reproducible environments.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Commercial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How this turns into revenue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1: implementation services for teams adopting wallet + payment + agent workflows.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2: managed platform pricing by MAU, transaction volume, and agent usage.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3: vertical templates (commerce, gaming, cross-border) to speed repeatable sales.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4: channel partnerships with payment and SaaS ecosystems.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Milestones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Execution plan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Done: MVP-grade technical loop across web, APIs, agent runtime, RAG, and payment rail.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Next: test coverage, observability, security hardening, and controlled pilot rollout.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Business milestone: validate conversion, retention, and payment success with lighthouse customers.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Funding focus: productization, compliance, go-to-market, and key hiring.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Risks and Mitigation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Execution risk control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Security/compliance: enforce production secret policy + structured audit trails.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Reliability: health checks and restart strategy for agent and worker processes.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Cost profile: dynamic mode switching between local-rag and hosted inference.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Speed: ship vertical starter kits to avoid repeated custom builds.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Fundraising Ask (Template)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Replace with your target figures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Round target: replace this line with your amount, stage, and valuation range.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Suggested budget split: 40% product, 25% GTM, 20% compliance/security, 15% operations.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18-month goal: productized platform, lighthouse customers, repeatable sales motion.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Next revision can include your actual financial model (revenue, burn, CAC/LTV).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</a:rPr>
              <a:t>Finyx Wallet Studio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80467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Thank You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35024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Finyx Wallet Studio · Investor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172A"/>
                </a:solidFill>
              </a:rPr>
              <a:t>Q&amp;A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5120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File: docs/Finyx-Investor-Deck-EN.pptx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Finyx Wallet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Finyx Wallet Studio Investor Deck</dc:title>
  <dc:subject>Investor Pitch</dc:subject>
  <dc:creator>Codex</dc:creator>
  <cp:lastModifiedBy>Codex</cp:lastModifiedBy>
  <cp:revision>1</cp:revision>
  <dcterms:created xsi:type="dcterms:W3CDTF">2026-03-31T04:11:13Z</dcterms:created>
  <dcterms:modified xsi:type="dcterms:W3CDTF">2026-03-31T04:11:13Z</dcterms:modified>
</cp:coreProperties>
</file>