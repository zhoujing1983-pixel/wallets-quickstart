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10789920" cy="5029200"/>
          </a:xfrm>
          <a:prstGeom prst="roundRect">
            <a:avLst>
              <a:gd name="adj" fmla="val 1455"/>
            </a:avLst>
          </a:prstGeom>
          <a:solidFill>
            <a:srgbClr val="111827">
              <a:alpha val="95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234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</a:rPr>
              <a:t>Finyx Wallet Studio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E6FD"/>
                </a:solidFill>
              </a:rPr>
              <a:t>工程介绍与架构解析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2743200"/>
            <a:ext cx="475488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基于 Next.js + Crossmint + Agent Runtime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983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生成时间：2026-03-31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95360" y="1371600"/>
            <a:ext cx="2377440" cy="3200400"/>
          </a:xfrm>
          <a:prstGeom prst="roundRect">
            <a:avLst>
              <a:gd name="adj" fmla="val 3077"/>
            </a:avLst>
          </a:prstGeom>
          <a:solidFill>
            <a:srgbClr val="0EA5E9">
              <a:alpha val="18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F2FE"/>
                </a:solidFill>
              </a:rPr>
              <a:t>Intro Deck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1. 项目定位与范围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当前代码仓库快照（wallets-quickstart）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定位：Finyx 品牌化钱包体验，底层由 Crossmint Auth + Wallet 基础设施支撑。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前端：Next.js App Router（React 19），支持默认页面与 /finyx 独立体验。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后端：26 个 API 路由，覆盖钱包、支付、邮件 OTP、Agent Chat、用户信息。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智能体：可切换 VoltAgent / LangChain 运行时，支持 local-rag / hybrid / voltagent 三种代理模式。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数据与中间件：SQLite（本地向量库）、Redis（队列）、Postgres+pgvector（可选）、RabbitMQ（容器预置）。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2. 核心能力地图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从业务视角看工程已具备的功能面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钱包与认证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30428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Crossmint 嵌入式认证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Email 会话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多入口登录态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82880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资产与转账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30428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余额查询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转账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提现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活动流水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182880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3252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支付链路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32520" y="230428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Intent/Delegation/Receipt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Provider 验签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402 付费访问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Agent 能力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8587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聊天路由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工具调用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本地 RAG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工作流编排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38328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邮件 OTP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38587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验证码发送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限频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校验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Cookie 会话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338328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3252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运维与脚本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32520" y="38587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一键 dev:all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docker compose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agent runtime 脚本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3. 技术架构总览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Web + API + Agent + 基础设施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286000" cy="109728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前端层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Next.js App Router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Dashboard / Onramp / 402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Agent Chat Widget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286000" cy="1097280"/>
          </a:xfrm>
          <a:prstGeom prst="roundRect">
            <a:avLst>
              <a:gd name="adj" fmla="val 3333"/>
            </a:avLst>
          </a:prstGeom>
          <a:solidFill>
            <a:srgbClr val="DCFCE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API 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/api/auth/email/*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/api/billing/*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/api/agent/*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286000" cy="1097280"/>
          </a:xfrm>
          <a:prstGeom prst="roundRect">
            <a:avLst>
              <a:gd name="adj" fmla="val 3333"/>
            </a:avLst>
          </a:prstGeom>
          <a:solidFill>
            <a:srgbClr val="FCE7F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Agent 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route-service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runtime factory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workflow + 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1920240"/>
            <a:ext cx="2286000" cy="109728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011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外部服务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98280" y="2286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Crossmint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Qwen/OpenAI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MCP 工具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3840480"/>
            <a:ext cx="3291840" cy="1097280"/>
          </a:xfrm>
          <a:prstGeom prst="roundRect">
            <a:avLst>
              <a:gd name="adj" fmla="val 3333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3931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数据与队列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4206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SQLite local-rag-vec.db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Redis(BullMQ)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Postgres(pgvector)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3840480"/>
            <a:ext cx="3291840" cy="1097280"/>
          </a:xfrm>
          <a:prstGeom prst="roundRect">
            <a:avLst>
              <a:gd name="adj" fmla="val 3333"/>
            </a:avLst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931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运行进程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206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web + email worker + agent runtime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通过 concurrently 启动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63240" y="2331720"/>
            <a:ext cx="320040" cy="25603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2331720"/>
            <a:ext cx="320040" cy="25603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49640" y="2331720"/>
            <a:ext cx="320040" cy="256032"/>
          </a:xfrm>
          <a:prstGeom prst="chevron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4. 用户与钱包主流程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从登录到资产管理的核心闭环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1) 用户进入页面：`src/app/(default)/page.tsx` 根据钱包和认证状态切换 Landing / Dashboard。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2) 登录方式：Crossmint EmbeddedAuthForm + FinyxAuthPanel，支持标准钱包态与 email session 态。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3) Dashboard：展示地址、余额、交易活动，并支持转账、提现、用户信息维护。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4) Email Dashboard：通过 `/api/auth/email/session` + `/api/auth/email/wallet` 恢复会话与钱包。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5) API 对接：通过服务端路由调用 Crossmint，避免将敏感 server key 暴露到前端。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5. 402 支付与账单流程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Payment Intent + Receipt 验签 + Provider 访问控制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入口页面：`/finyx/(dashboard)/402`，演示 Agent 驱动的自动支付体验。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`/api/billing/intent`：生成 intent_message + intent_token（HMAC 签名，10 分钟有效期）。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`/api/billing/delegation*`：处理授权挑战与委托签名流程。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`/api/billing/receipt`：签发收据；`/api/provider`：校验 receipt 合法性，决定是否授予访问。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当缺少收据时返回 HTTP 402，引导客户端先完成支付，再重放原请求。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6. Agent 与本地 RAG 流程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支持可配置路由、检索与回退策略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请求入口：`/api/agent/chat`，支持 stream/non-stream，兼容旧版 Think Header。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路由编排：`route-service.ts` 按关键字规则、简单闲聊规则、workflow 判定选择执行链路。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运行时工厂：`runtime/factory.ts` 依据 `AGENT_FRAMEWORK` 切换 VoltAgent 或 LangChain。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检索能力：SQLite + sqlite-vec 构建本地向量检索，支持 `local-rag` / `hybrid` 模式。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工具扩展：内置 local-rag-tool、weather-mcp、duffel-flight-tool，可按 MCP 接入更多能力。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7. 邮件 OTP 与异步任务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兼顾安全校验与吞吐能力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`/api/auth/email/send`：校验邮箱、生成 6 位 OTP、限制重发频率。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发送策略：优先写入 BullMQ（Redis）队列；队列不可用时回退到直连 SMTP。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`/api/auth/email/verify`：验证成功后写入 `finyx_email` HttpOnly Cookie（7 天）。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`scripts/email-worker.ts`：独立 worker 消费队列，解耦主请求链路。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价值：降低邮件发送抖动对用户请求的影响，并便于后续扩展审计和重试。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8. 工程结构与运行方式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面向开发协作的目录划分与脚本体系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42416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目录分层：`src/app`(页面+API) / `src/components`(UI) / `src/lib`(业务工具) / `src/agent`(智能体体系)。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仓库规模（当前）：7 个页面入口、26 个 API 路由、19 个核心组件、54 个 Agent 相关文件。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核心命令：`npm run dev` 同时启动 web + email worker + agent runtime。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一键环境：`npm run dev:init`、`npm run dev:all`、`npm run dev-shutdown`。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容器依赖：Redis / RabbitMQ / Postgres(pgvector) 由 `docker-compose.yml` 管理。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9. 当前风险与优化建议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可作为下一阶段迭代的输入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6070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128016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385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配置风险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9385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部分密钥存在默认兜底值（如 billing secret），建议生产强制注入并启动前校验。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106070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880360"/>
            <a:ext cx="128016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9008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安全与审计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99008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建议补充支付/委托链路的审计日志结构化落盘，便于追责与回放。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106070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31920"/>
            <a:ext cx="128016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0416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稳定性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404164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Agent 与邮件能力已拆分进程，下一步建议加健康探针与自动重启策略。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983480"/>
            <a:ext cx="106070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983480"/>
            <a:ext cx="128016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093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质量保障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509320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建议为关键 API（email、billing、agent）补集成测试与契约测试。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10. 总结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这是一个可直接二次开发的完整 Web3 钱包样板工程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业务完整：认证、钱包、转账、支付、Agent、RAG、邮件 OTP 链路均已打通。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技术可扩展：Agent 运行时与检索后端可插拔，支持从本地能力逐步升级到线上服务。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工程可运维：脚本与容器化依赖齐备，适合本地开发、演示环境与小规模试点。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建议下一步：围绕支付与 Agent 路径补齐自动化测试、观测与安全基线。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983480"/>
            <a:ext cx="5029200" cy="594360"/>
          </a:xfrm>
          <a:prstGeom prst="roundRect">
            <a:avLst>
              <a:gd name="adj" fmla="val 7692"/>
            </a:avLst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1663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A6E"/>
                </a:solidFill>
              </a:rPr>
              <a:t>Deck 文件：docs/Finyx-Wallet-Studio-项目介绍.pptx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Finyx Wallet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Finyx Wallet Studio 项目介绍</dc:title>
  <dc:subject>Project Introduction</dc:subject>
  <dc:creator>Codex</dc:creator>
  <cp:lastModifiedBy>Codex</cp:lastModifiedBy>
  <cp:revision>1</cp:revision>
  <dcterms:created xsi:type="dcterms:W3CDTF">2026-03-31T04:05:56Z</dcterms:created>
  <dcterms:modified xsi:type="dcterms:W3CDTF">2026-03-31T04:05:56Z</dcterms:modified>
</cp:coreProperties>
</file>